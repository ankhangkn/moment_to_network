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31F0E-9DDC-7D6F-8822-B14D5CA58B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49B42F-FB6D-EFE6-9E99-A377E12CD4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8EF78-72BF-C339-7AF7-A1A1286F6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D1083-14C2-4C0F-BF17-6AB3CC279E5B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04C23-07C8-70DD-D47B-6C8A4FAA9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D08F5D-6DEB-347C-C161-0A9F948B6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264E6-8D7F-4052-80A6-7410064D0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861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8F8BA-4F7D-1E67-0D87-37AB35914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68C36-8C77-6404-A29B-2AA1675429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CE8BC-F5DB-1504-E229-CEDB3431A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D1083-14C2-4C0F-BF17-6AB3CC279E5B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422A2-96AE-FA30-2C0E-75C71A449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5FDA27-4288-2D9E-4B0E-7E49112C2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264E6-8D7F-4052-80A6-7410064D0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352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8D2B6-AFEB-05D8-C1B1-FFB3FD874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ED90C0-5297-4330-595B-923CE89113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F9F14-621D-E141-92B8-5124FE1CA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D1083-14C2-4C0F-BF17-6AB3CC279E5B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738958-C172-EB1C-D3B3-0B6071F31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2EA38-8347-CF27-67FC-47ED537F0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264E6-8D7F-4052-80A6-7410064D0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429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20332-1425-A9E2-9A89-68876B6C2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0C501-CA43-79BC-061F-92802C9571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A8ED0B-F796-B01A-6B91-A966A24965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81D132-9C62-48F8-AAA8-26418C869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D1083-14C2-4C0F-BF17-6AB3CC279E5B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C6AF8E-5000-59D1-3BBF-5F59DD06A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20ED13-9AA6-E709-EE8D-CACD29754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264E6-8D7F-4052-80A6-7410064D0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154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776D5-C12D-E931-A401-0C3B152F9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8C2FA-0DE1-8D70-A57C-2E0C7DF22F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DB0E2F-C241-8440-3C8D-CFADFF2FA5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EA9802-488D-74B8-1FE2-31FE6B75E5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63838C-7A76-B3BC-E6FC-BBDB872E92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B313AE-8B10-54DB-438E-AC49CCB9C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D1083-14C2-4C0F-BF17-6AB3CC279E5B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1CDB81-C08D-FFB5-14A4-ACE469C9C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938976-DA2D-9B1A-2795-19F8D521E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264E6-8D7F-4052-80A6-7410064D0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550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4DB94-0EDD-581E-1386-B7718F7A0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E3E49F-EB08-4F05-2641-2D836CADA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D1083-14C2-4C0F-BF17-6AB3CC279E5B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51B410-991B-6FBC-68C8-7A8E0B20D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C16D76-EF11-945C-0253-DCA66BEAB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264E6-8D7F-4052-80A6-7410064D0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842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729662-5DCF-E84E-FDAA-CC1E07B78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D1083-14C2-4C0F-BF17-6AB3CC279E5B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B2396F-8367-7CC8-AF22-7A3BC2AE7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6B9BAF-1A37-4F8A-E850-73F0BEF9A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264E6-8D7F-4052-80A6-7410064D0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84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5539A-F041-7376-6702-AB7CC4FF7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5C0DA-3EAB-66F1-85BC-E9FFBE24D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AD2F24-8752-5D09-F947-A2C1A96BDD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3F5971-0A85-5871-9F3E-56FEFBE23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D1083-14C2-4C0F-BF17-6AB3CC279E5B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4F2E17-A900-5A5B-2402-DA9340293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C98C96-089D-A5C0-A5C5-02157FA50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264E6-8D7F-4052-80A6-7410064D0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708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C8592-C7D8-6747-49DB-97D859706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44D1D0-56F5-57D8-A3CE-4BB5AB466E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A03DC9-700D-F892-9D8F-28C06850D5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42067F-F189-464A-B1F3-5FDBCF699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D1083-14C2-4C0F-BF17-6AB3CC279E5B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410D29-A06F-2EA4-6A37-06B15D0A4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F71D3F-EFB2-FEA9-3873-DE0B14D10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264E6-8D7F-4052-80A6-7410064D0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709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206FA-3A9C-8A69-7A56-5E159E765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B4C0D5-F49A-1734-94A6-209C4C2216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D9C317-5709-DD52-AB14-820984119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D1083-14C2-4C0F-BF17-6AB3CC279E5B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8A54CB-E1A6-D198-90BF-06032A0E7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E3742-C334-C753-B0AC-4AB7559F2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264E6-8D7F-4052-80A6-7410064D0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579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22846B-3257-C24D-4F15-3AEB33A8C2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1EC088-308A-1C94-BCB1-6F38BA55C3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99F423-A51E-1E93-921B-777EE8826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D1083-14C2-4C0F-BF17-6AB3CC279E5B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FCE799-6AD0-0403-2C7D-07E053BF2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62E16-A389-D5BC-6FBD-23CE3E33C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264E6-8D7F-4052-80A6-7410064D0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668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7FD334-0AA5-DD4B-4EAD-08ACE7077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E9509E-A4C3-A0FA-F8DB-AD21F8C94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F6EEA-E3DD-A563-747A-1A531F0BF2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BD1083-14C2-4C0F-BF17-6AB3CC279E5B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A2B61-765B-19B2-E7C4-0ECCE5BAF7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6B0D75-FC25-A1CD-3689-C67196640D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8264E6-8D7F-4052-80A6-7410064D0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846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B7E36-2F21-EDD2-F629-B6EF4F3077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E9839B-F8F1-79A3-BC15-1D5E41BF78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287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Phan Khang</dc:creator>
  <cp:lastModifiedBy>Phan Khang</cp:lastModifiedBy>
  <cp:revision>1</cp:revision>
  <dcterms:created xsi:type="dcterms:W3CDTF">2025-12-28T15:39:42Z</dcterms:created>
  <dcterms:modified xsi:type="dcterms:W3CDTF">2025-12-28T15:40:05Z</dcterms:modified>
</cp:coreProperties>
</file>